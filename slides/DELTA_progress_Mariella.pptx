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Temporal Alignment for DELTA</a:t>
            </a:r>
          </a:p>
          <a:p>
            <a:r>
              <a:rPr sz="1800">
                <a:solidFill>
                  <a:srgbClr val="C9D6E3"/>
                </a:solidFill>
                <a:latin typeface="Calibri"/>
              </a:rPr>
              <a:t>Progress, findings, and directions for a VLM-based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2262B"/>
                </a:solidFill>
                <a:latin typeface="Calibri"/>
              </a:rPr>
              <a:t>Eliz Payasli — research internship, IRI / UPC</a:t>
            </a:r>
          </a:p>
          <a:p>
            <a:r>
              <a:rPr sz="1500">
                <a:solidFill>
                  <a:srgbClr val="22262B"/>
                </a:solidFill>
                <a:latin typeface="Calibri"/>
              </a:rPr>
              <a:t>Advisor: Mariella Dimiccoli</a:t>
            </a:r>
          </a:p>
          <a:p>
            <a:r>
              <a:rPr sz="1300">
                <a:solidFill>
                  <a:srgbClr val="5B6470"/>
                </a:solidFill>
                <a:latin typeface="Calibri"/>
              </a:rPr>
              <a:t>Base work: DELTA — Dense Long-Term Action Anticipation from Procedural Transcripts</a:t>
            </a:r>
          </a:p>
          <a:p>
            <a:r>
              <a:rPr sz="1300">
                <a:solidFill>
                  <a:srgbClr val="5B6470"/>
                </a:solidFill>
                <a:latin typeface="Calibri"/>
              </a:rPr>
              <a:t>Repository: github.com/epayaslii/DELTA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Where we are — one slide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Internship progress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Goal: transcript-only Dense Long-Term Action Anticipation (DLTA); my focus is the Temporal Alignment (TA) component, first on 50Salads.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Direction (per your guidance): investigate a fundamentally different TA — align via a vision-language model, not via segmentation the way ATBA does.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Done so far: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Research repo + infrastructure, dataset analysis, a first VLM-direct aligner prototype (21 tests).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Analysed the DELTA code (received) and HAL (the recent CVPR baseline).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Key blocker: raw 50Salads video is unavailable (official host is down) — needed for VLM features.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This deck: what's built, what we learned, and 5 concrete ways to proceed — for your input.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The problem, briefly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DLTA · transcript-only · why TA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DLTA: from an observed video prefix, predict the future actions, their order, and durations — densely.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 learns this from transcripts only (ordered action list, no timestamps, no frame labels).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Its Temporal Alignment module turns the transcript into dense pseudo-labels Y* that supervise segmentation and the anticipation decoder.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DELTA's TA follows ATBA (CVPR'24). On 50Salads DELTA trails fully-supervised methods: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avg MoC 20.9 (DELTA)  vs  ~25.9 (FUTR)  vs  ~28.4 (ActFusion).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If the pseudo-labels are poor, everything downstream is poor. So TA quality is the lever.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The research framing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Two ways to recover temporal structure from a transcript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ATBA / HAL — "alignment THROUGH segmentation":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frozen I3D  →  trained frame classifier  →  posteriors P  →  boundary + transition scores  →  DP  →  Y*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the alignment can be no better than that classifier at telling the actions apart.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On 50Salads that classifier is a near-worst case: fixed overhead camera, near-duplicate fine-grained actions (cut_tomato / cut_cheese, add_oil / add_vinegar).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Our direction — "alignment THROUGH semantic matching":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frozen VLM:  s(n, t) = sim( text(action_n), frame_t )  →  monotonic / OT alignment  →  Y*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no frame classifier in the alignment path; the fine-grained vocabulary is disambiguated by the noun in the label, from step 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What's built — the repository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github.com/epayaslii/DELTA  ·  7 commits  ·  Python 3.11 / uv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7315200"/>
                <a:gridCol w="18288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50Salads / Breakfast conventions, transcripts, splits, dataset stats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 +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delta.features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Frozen VLM feature extraction — VideoLLaMA3 / SigLIP2 / DINOv2 backbones, text encoder, extraction CLI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 (untested on video)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delta.align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similarity matrix · order-preserving DP + soft alignment · segmentation/alignment metrics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 +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delta.viz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segmentation-timeline plotting (GT vs pseudo-labels vs prediction)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docs/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TA reference (ATBA-grounded) · 50Salads analysis · DELTA-code analysis · approach + lit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6 documents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tests/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CPU-only unit tests — synthetic + real-transcript validation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21 passing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1 — infrastructure &amp; data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pipeline · dataset · the video blocker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Feature-extraction pipeline: pluggable frozen backbones (VL3-SigLIP = VideoLLaMA3 vision tower, SigLIP2, DINOv2), outputs (D,T) features aligned to the ground-truth frame grid — drop-in for I3D.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50Salads benchmark bundle downloaded &amp; verified (HuggingFace dinggd/50salads):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50 videos, 19 classes (17 actions + start/end), I3D 2048-d, confirmed 30 fps, ~20 segments/video.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Raw 50Salads videos: the official host (Dundee) is DOWN (NXDOMAIN everywhere); no public mirror.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Blocks VLM feature extraction. Need a copy from the lab — see questions at the end.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Environment: local Mac has no GPU/torch → model runs go to the UPC cluster.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2 — why 50Salads is hard (measured)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Stage 1 dataset analysis  ·  notebook + docs/50salads-notes.md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103120"/>
                <a:gridCol w="47548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Finding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Implication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Naive uniform alignment (zero visual evidence)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MoC 0.34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the floor any TA must beat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I3D consecutive-frame distance at GT boundaries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vs at random frames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1.11×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class-agnostic boundary signal is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nearly absent → ATBA's candidate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step misses true transitions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Next-action entropy (transcript order)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~1.9 bits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(~3–4 successors)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order alone doesn't pin timing —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visual evidence must carry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Per-class segment-duration variation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CV 0.5–0.8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duration head has weak signal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(paper: +0.2 MoC on 50S vs +3.3 BF)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3 — VLM-direct aligner prototype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the method, minus the VLM  ·  21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delta.align.similarity — transcript × frame cosine similarity from frozen VLM embeddings (model-agnostic; takes pre-extracted embeddings).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delta.align.ta — two solvers: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align_dp: hard order-preserving DP (monotone, every transcript action covered, transition penalty).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align_soft: entropic forward–backward → per-frame posteriors AND P(boundary_r = t) distributions (for uncertainty-aware targets later).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delta.align.evaluate — swap-in similarity providers (naive / oracle / VLM), score Y* vs held-out GT.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Validated align_dp on real 50Salads transcripts (up to 26 segments, repeated classes): near-perfect recovery from clean/noisy blocky similarity.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Missing piece: the real VLM similarity matrix → needs frame features → needs raw video.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4 — the DELTA code ("WLTA")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what it is · how it runs · what it means for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Received from the group; analysed in docs/delta-code.md. WLTA = Weakly-supervised Long-Term Anticipation.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Built on the CLOT / ASOT codebase — so it already contains BOTH alignment mechanisms: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--model_type atba  → the ATBA boundary detector (src/atba_loss.py)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--model_type wclot → ASOT optimal transport (src/asot.py, gsw.py)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plus CTC, TSM smoothing, cross-modal attention, linear-chain CRF, DistilBERT, full LTA eval.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The "situation": README is CLOT's; run scripts call a missing train_edit_elena9sept.py; hardcoded paths; needs Linux + CUDA + conda + wandb.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Implication: our contribution narrows cleanly — swap the frame-classifier posteriors / OT cost matrix for a frozen-VLM similarity; reuse everything downstream. And we can run the real baseline.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5 — HAL analysis (the recent CVPR baseline)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ATBA + hierarchy prior  ·  strong baseline, not a TA replacement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HAL = Hierarchical Action Learning, CVPR 2026. Verdict: HAL is NOT a different TA — it IS ATBA plus a small variational regulariser.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models/model.py: "adapted from CVPR24_ATBA". The boundary detector is byte-for-byte ATBA.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HAL adds a two-scale VAE branch (slow/fast latents) + 3 aux losses at weights 0.1 / 1e-3 / 1e-3.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Gains over ATBA: +2.4 MoF Breakfast, +3.3 Hollywood, +3.0 GTEA — modest, some within noise.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HAL never evaluated 50Salads; its data loader rejects it. Exposes no boundary/alignment output.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It still aligns THROUGH the frame classifier → does not advance the VLM direction.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Use HAL as: baseline #2 (ATBA = #1, naive = floor) — a cheap ablation, not a research thrust.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Key takeaways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what the analysis established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The bottleneck is "alignment through segmentation" — a trained classifier that 50Salads breaks.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HAL confirms the framing: the SOTA WSAS method is still ATBA-based, +2–3 MoF, skips 50Salads.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 already has optimal-transport alignment (ASOT) — our monotonic/OT aligner is partly there.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So the VLM contribution is well-scoped: replace the posteriors feeding the aligner with a frozen-VLM transcript×frame similarity; everything downstream is reused.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Independent mini-contribution available: a boundary-localisation benchmark on 50Salads (which ATBA and HAL both skip).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Blockers &amp; risks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known before we commit compute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206240"/>
                <a:gridCol w="39319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Raw 50Salads video unavailable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blocks VLM feature extraction (Stage 2b onward)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lab copy; or start on Breakfast; or I3D-only baselines 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No local GPU / torch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no model runs on the Mac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cluster; conda env shared with ATBA/HAL/WLTA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MoF ≠ MoC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a method can beat ATBA on MoF and not help DELTA's MoC / pseudo-transcripts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always measure pseudo-label MoC + boundary offset, not just MoF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 code is research-grade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reproduction friction (missing script, paths, wandb)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documented; map run scripts onto train.py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VLM fine-grained weakness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frame-CLIP struggles on cut_* / add_* classes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video-native VLM (VideoLLaMA3 / InternVideo2); measure zero-shot confusion first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DD3BE"/>
                </a:solidFill>
                <a:latin typeface="Calibri"/>
              </a:rPr>
              <a:t>FOR DISCUSSION</a:t>
            </a:r>
          </a:p>
          <a:p>
            <a:r>
              <a:rPr sz="3400" b="1">
                <a:solidFill>
                  <a:srgbClr val="FFFFFF"/>
                </a:solidFill>
                <a:latin typeface="Calibri"/>
              </a:rPr>
              <a:t>Five ways we can progress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Ways forward — overview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not mutually exclusive — the question is ordering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5760720"/>
                <a:gridCol w="2194560"/>
                <a:gridCol w="2560320"/>
              </a:tblGrid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Risk / cost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Reproduce baselines: ATBA + DELTA(WLTA) on Breakfast &amp; 50S; extract pseudo-labels; measure boundary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cluster;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low — needed anyway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HAL ablation: add HAL's 3 losses to DELTA, one training run, check MoC / pseudo-label quality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Path A first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low; bounded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VLM-direct alignment (the contribution): frozen VLM similarity → monotonic/OT → Y* → DELTA decoder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raw video; cluster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medium — the research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VLM zero-shot / pseudo-annotator: video-LLM scores clips vs transcript vocabulary; auxiliary signal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raw video (few clips)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low–medium; exploratory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50Salads boundary-localisation benchmark (ATBA &amp; HAL both skip it) — standalone contribution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50S GT (have 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low; publishable in itself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Paths A &amp; B — establish the ground truth first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low-risk, high-information — the reference for everything after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A — Baselines (cluster, ~1–2 weeks):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run ATBA standalone on Breakfast split 1 → confirm ≈53.9 MoF (pipeline works).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run DELTA(WLTA) run_50S_allmetrics.sh → real 50Salads MoC, both --model_type atba and wclot.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instrument the loop to dump per-video pseudo-labels + boundaries.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score with our delta.align: MoC, edit, F1@k, median per-transition boundary offset.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 — HAL ablation (after A, ~3 days):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port HAL's VAE tap + recon/KL/diff losses into DELTA's encoder (small, additive).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one Breakfast + one 50S run. Gate: does pseudo-label MoC improve beyond seed noise (±1)?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if no → drop HAL, cite the numbers, move on. If yes → keep as the strong baseline.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Path C — VLM-direct alignment (the research contribution)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frozen VLM → similarity → monotonic alignment → DELTA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1. Extract frozen VLM frame features for 50Salads (VideoLLaMA3 vision tower / InternVideo2) + text embeddings for the 17 action names (bare label and/or generated descriptions).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2. Build s(n,t) = cos(text_n, frame_t); diagnostics: zero-shot confusion vs GT, is s peaked at true boundaries (vs I3D's 1.11×)?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3. Read Y* off s with our order-preserving DP / OT aligner — no frame classifier.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4. Feed Y* into DELTA's pipeline (TAS + CTC + CRF + LTA decoder unchanged); evaluate the Obs%/Pred% MoC grid vs ATBA, HAL, DELTA.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5. Extensions: uncertainty-aware boundaries (from align_soft), fine-tune the alignment cost with a light adapter + temporal cycle-consistency.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Baselines to beat: naive 0.34 MoC · ATBA-Y* · HAL-Y* · warm-up-classifier ceiling.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Paths D &amp; E — smaller bets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low cost, decouplable from the video blocker (E needs only GT)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 — VLM as pseudo-annotator / zero-shot (exploratory):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prompt a video-LLM (VideoLLaMA3) on short clips: "which of these 17 actions?" or free caption.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use as (i) an extra soft label to regularise Y*, (ii) auto-generated action descriptions for the text tower.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cheap to try on a handful of clips; tells us how much semantic signal a VLM actually has here.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E — 50Salads boundary-localisation benchmark (standalone):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ATBA and HAL report MoF / IoU but never boundary offset, and both skip 50Salads.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a clean transcript→frame boundary benchmark on 50S is a small contribution on its own, and it is the yardstick every alignment method (incl. the VLM one) is measured against.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Recommended sequencing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A/B in parallel with getting video; C is the thrust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6309360"/>
                <a:gridCol w="34747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Work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Gate / output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E: boundary-benchmark spec on 50S (GT only, no video)  +  chase raw video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metric code + the ask to the lab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Wk 1–2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A: ATBA repro on Breakfast; DELTA(WLTA) baseline on 50S (cluster)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real MoC numbers; pseudo-label dumps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Wk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B: HAL ablation in DELTA — one 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go/no-go on HAL (pseudo-label MoC)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Wk 3–4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VLM feature extraction for 50S (once video arrives)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features_vl3siglip/ + text embeddings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Wk 4–6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C: VLM similarity → aligner → Y* quality vs all baselines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the key comparison 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Wk 6+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C: integrate best Y* into DELTA; Obs%/Pred% MoC; then Breakfast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the result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Questions for you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to set the next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Can the group share raw 50Salads video? (blocks VLM features; official host is down.)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Primary target metric — alignment Y* quality on 50Salads, or downstream DLTA MoC?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Is establishing a 50Salads transcript-only alignment benchmark (ATBA &amp; HAL skip it) itself a contribution we should claim?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Frozen VLM only, or is fine-tuning the alignment cost (light adapter) in scope?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Preferred VLM backbone — VideoLLaMA3 vision tower, InternVideo2, or something the group uses?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HAL: worth the ablation, or skip straight to the VLM work?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Do we have the DELTA supplementary material (loss weights, decoder hyperparameters)?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DD3BE"/>
                </a:solidFill>
                <a:latin typeface="Calibri"/>
              </a:rPr>
              <a:t>GITHUB.COM/EPAYASLII/DELTA</a:t>
            </a:r>
          </a:p>
          <a:p>
            <a:r>
              <a:rPr sz="3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C9D6E3"/>
                </a:solidFill>
                <a:latin typeface="Calibri"/>
              </a:rPr>
              <a:t>Docs: temporal-alignment.md · 50salads-notes.md · delta-code.md · approach.md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
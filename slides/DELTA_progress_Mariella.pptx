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Temporal Alignment for DELTA</a:t>
            </a:r>
          </a:p>
          <a:p>
            <a:r>
              <a:rPr sz="1800">
                <a:solidFill>
                  <a:srgbClr val="C9D6E3"/>
                </a:solidFill>
                <a:latin typeface="Calibri"/>
              </a:rPr>
              <a:t>Progress, findings, and directions for a VLM-based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2262B"/>
                </a:solidFill>
                <a:latin typeface="Calibri"/>
              </a:rPr>
              <a:t>Eliz Payasli — research internship, IRI / UPC</a:t>
            </a:r>
          </a:p>
          <a:p>
            <a:r>
              <a:rPr sz="1500">
                <a:solidFill>
                  <a:srgbClr val="22262B"/>
                </a:solidFill>
                <a:latin typeface="Calibri"/>
              </a:rPr>
              <a:t>Advisor: Mariella Dimiccoli</a:t>
            </a:r>
          </a:p>
          <a:p>
            <a:r>
              <a:rPr sz="1300">
                <a:solidFill>
                  <a:srgbClr val="5B6470"/>
                </a:solidFill>
                <a:latin typeface="Calibri"/>
              </a:rPr>
              <a:t>Base work: DELTA — Dense Long-Term Action Anticipation from Procedural Transcripts</a:t>
            </a:r>
          </a:p>
          <a:p>
            <a:r>
              <a:rPr sz="1300">
                <a:solidFill>
                  <a:srgbClr val="5B6470"/>
                </a:solidFill>
                <a:latin typeface="Calibri"/>
              </a:rPr>
              <a:t>Repository: github.com/epayaslii/DELTA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Where we are — one slide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Internship progress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Goal: transcript-only Dense Long-Term Action Anticipation (DLTA); focus = the Temporal Alignment (TA) component, first on 50Salads.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Direction (per your guidance): a fundamentally different TA — align via a vision-language model, not via segmentation the way ATBA does.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Done: research repo + infrastructure, 50Salads analysis, a VLM-direct aligner prototype (21 tests); analysed the DELTA code (received) and the two CVPR'26 baselines HAL and CVA.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Workstream split: Eliz → HAL (integrate + measure on DLTA); co-intern → CVA (the VLM alignment ideas).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Key blocker: raw 50Salads video is unavailable (official host down) — needed for VLM features.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This deck: what's built, what we learned, the phased TA plan, and questions — for your input.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problem, briefly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DLTA · transcript-only · why TA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DLTA: from an observed video prefix, predict the future actions, their order, and durations — densely.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 learns this from transcripts only (ordered action list, no timestamps, no frame labels).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Its Temporal Alignment module turns the transcript into dense pseudo-labels Y* that supervise segmentation and the anticipation decoder.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DELTA's TA follows ATBA (CVPR'24). On 50Salads DELTA trails fully-supervised methods: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avg MoC 20.9 (DELTA)  vs  ~25.9 (FUTR)  vs  ~28.4 (ActFusion).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If the pseudo-labels are poor, everything downstream is poor. So TA quality is the lever.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research framing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Two ways to recover temporal structure from a transcript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ATBA / HAL — "alignment THROUGH segmentation":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frozen I3D  →  trained frame classifier  →  posteriors P  →  boundary + transition scores  →  DP  →  Y*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the alignment can be no better than that classifier at telling the actions apart.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On 50Salads that classifier is a near-worst case: fixed overhead camera, near-duplicate fine-grained actions (cut_tomato / cut_cheese, add_oil / add_vinegar).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Our direction — "alignment THROUGH semantic matching" (and CVA proves it works):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frozen VLM:  s(n, t) = sim( text(action_n), frame_t )  →  monotonic / OT alignment  →  Y*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no frame classifier in the alignment path; the fine-grained vocabulary is disambiguated by the noun in the label, from step 0.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CVA (CVPR'26) does exactly this for video temporal grounding and is SOTA (+5 R@1).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What's built — the repository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github.com/epayaslii/DELTA  ·  Python 3.11 / uv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7315200"/>
                <a:gridCol w="1828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50Salads / Breakfast conventions, transcripts, splits, dataset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+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delta.features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Frozen VLM feature extraction — VideoLLaMA3 / SigLIP2 / DINOv2 backbones, text encoder, extraction CLI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(untested on video)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delta.align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similarity matrix · order-preserving DP + soft alignment · segmentation/alignment metrics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+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delta.viz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segmentation-timeline plotting (GT vs pseudo-labels vs prediction)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docs/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TA reference · 50Salads analysis · DELTA-code deep-read (loss assembly, VLM plug-in points) · HAL &amp; CVA baselines · approach + lit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8 documents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tests/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CPU-only unit tests — synthetic + real-transcript validation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21 passing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1 — infrastructure &amp; data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pipeline · dataset · the video blocker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Feature-extraction pipeline: pluggable frozen backbones (VL3-SigLIP = VideoLLaMA3 vision tower, SigLIP2, DINOv2), outputs (D,T) features aligned to the ground-truth frame grid — drop-in for I3D.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50Salads benchmark bundle downloaded &amp; verified (HuggingFace dinggd/50salads):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50 videos, 19 classes (17 actions + start/end), I3D 2048-d, confirmed 30 fps, ~20 segments/video.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Raw 50Salads videos: the official host (Dundee) is DOWN (NXDOMAIN everywhere); no public mirror.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Blocks VLM feature extraction. Need a copy from the lab — see questions at the end.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Environment: local Mac has no GPU/torch → model runs go to the UPC cluster.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2 — why 50Salads is hard (measured)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Stage 1 dataset analysis  ·  notebook + docs/50salads-notes.md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47548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Implication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Naive uniform alignment (zero visual evidence)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MoC 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the floor any TA must 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I3D consecutive-frame distance at GT boundaries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vs at random frames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1.11×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class-agnostic boundary signal is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nearly absent → ATBA's candidate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step misses true transitions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Next-action entropy (transcript order)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~1.9 bits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(~3–4 successors)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order alone doesn't pin timing —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visual evidence must carry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Per-class segment-duration variation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CV 0.5–0.8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duration head has weak signal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(paper: +0.2 MoC on 50S vs +3.3 BF)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3 — VLM-direct aligner prototype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method, minus the VLM  ·  21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delta.align.similarity — transcript × frame cosine similarity from frozen VLM embeddings (model-agnostic; takes pre-extracted embeddings).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delta.align.ta — two solvers: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align_dp: hard order-preserving DP (monotone, every transcript action covered, transition penalty).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align_soft: entropic forward–backward → per-frame posteriors AND P(boundary_r = t) distributions (for uncertainty-aware targets later).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delta.align.evaluate — swap-in similarity providers (naive / oracle / VLM), score Y* vs held-out GT.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Validated align_dp on real 50Salads transcripts (up to 26 segments, repeated classes): near-perfect recovery from clean/noisy blocky similarity.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Missing piece: the real VLM similarity matrix → needs frame features → needs raw video.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4 — the DELTA code ("WLTA")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what it is · how it runs · what it means for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Received from the group; analysed in docs/delta-code.md. WLTA = Weakly-supervised Long-Term Anticipation.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Built on the CLOT / ASOT codebase — so it already contains BOTH alignment mechanisms: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atba  → the ATBA boundary detector (src/atba_loss.py)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wclot → ASOT optimal transport (src/asot.py, gsw.py)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plus CTC, TSM smoothing, cross-modal attention, linear-chain CRF, DistilBERT, full LTA eval.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"situation": README is CLOT's; run scripts call a missing train_edit_elena9sept.py; hardcoded paths; needs Linux + CUDA + conda + wandb.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Implication: our contribution narrows cleanly — swap the frame-classifier posteriors / OT cost matrix for a frozen-VLM similarity; reuse everything downstream. And we can run the real baseline.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5 — HAL (CVPR'26), my focus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ATBA + a hierarchy/smoothness prior  ·  same task as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HAL = Hierarchical Action Learning. Verdict (confirmed from the CVPR PDF): HAL is NOT a different TA — it IS ATBA plus a small variational regulariser.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models/model.py: "adapted from CVPR24_ATBA". Boundary detector = byte-for-byte ATBA.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L_total = L_y^ATBA  −  α·ELBO  +  β·L_s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ELBO = VAE reconstruction + KL on a two-scale latent (slow "action" z1 / fast "visual" z2); L_s = a change-rate penalty forcing z1 to evolve slower than z2.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Gains over ATBA: +2.4 MoF Breakfast, +3.3 Hollywood, +3.0 GTEA — modest, some within std.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Never evaluated 50Salads (loader rejects it). Reports MoF/IoU only — no edit, F1, boundary metric.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Open question nobody has answered: does HAL's hierarchy + smoothness help dense anticipation (MoC), or only segmentation (MoF)?  ← my workstream.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6 — CVA (CVPR'26), the co-intern's focus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strongest VLM video-text aligner  ·  adjacent task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CVA = Context-aware Video-text Alignment. Task: video temporal grounding (NL query → one time span), fully supervised, SlowFast + CLIP features. SOTA on QVHighlights / Charades-STA / TACoS (+5 R@1).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Different task, but it IS "align through a VLM, done right". Three components: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QCD — query-aware background-mix augmentation (context robustness).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CTE — hierarchical encoder: windowed self-attn + learnable global queries + bidirectional cross-attn.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CBD loss — boundary-focused contrastive: boundary-frame reps invariant to context, contrasted vs adjacent + most-similar background.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Not a drop-in baseline (wrong task/supervision) — the methodological reference. CBD and CTE are directly transferable to our aligned pseudo-boundaries.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Scoping — two axes, split between us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Eliz → HAL   ·   co-intern → CVA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Axis 1  —  transcript → dense labels  (our task's TA stage):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classifier-based alignment:  ATBA (CVPR'24)  →  HAL (CVPR'26)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Axis 2  —  NL query → span  (adjacent, supervised):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VLM semantic alignment:  CVA (CVPR'26, SOTA)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Eliz → HAL:  reproduce, understand, integrate into DELTA's TA, measure the effect on DLTA MoC.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Co-intern → CVA:  the VLM video-text-alignment angle (CBD, CTE, semantic similarity).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Both feed the DELTA VLM-direct method: HAL brings structure/smoothness, CVA brings the VLM alignment.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Key takeaways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what the analysis established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bottleneck is "alignment through segmentation" — a trained classifier that 50Salads breaks.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HAL confirms it: the CVPR'26 SOTA is still ATBA-based, +2–3 MoF, never touches 50Salads.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 already has optimal-transport alignment (ASOT, --model_type wclot) — the VLM swap is ≈ one line in the cost matrix; everything downstream (CTC, CRF, LTA decoder, eval) is reused.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CVA shows VLM video-text alignment + a boundary-contrastive loss is SOTA on the adjacent task.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Our contribution: bring that into transcript-supervised DLTA, where ATBA/HAL currently win.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Blockers &amp; risks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known before we commit compute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39319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Raw 50Salads video unavailable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blocks VLM feature extraction (VLM phases)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lab copy; HAL + baselines run now on I3D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No local GPU / torch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no model runs on the Mac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cluster; one conda env for ATBA / HAL / WLTA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MoF ≠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a method can beat ATBA on MoF and not help DELTA's anticipation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always measure pseudo-label MoC + boundary offset, not just MoF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 / HAL code is research-grade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reproduction friction (missing script, paths, wandb)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documented in docs/delta-code.md; map run scripts onto train.py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HAL has no 50Salads 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can't reproduce a reference number there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reproduce on Breakfast; add a 50S config as a task (H4)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DD3BE"/>
                </a:solidFill>
                <a:latin typeface="Calibri"/>
              </a:rPr>
              <a:t>FOR DISCUSSION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How we proceed with the 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TA plan — phases (shared)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phase 0 runs now on I3D; phases 1–4 need raw 50Salads video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6035040"/>
                <a:gridCol w="1737360"/>
                <a:gridCol w="3017520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Baselines: DELTA/WLTA --model_type atba + wclot on Breakfast &amp; 50S; extract pseudo-labels; measure boundary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cluster, I3D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real MoC; the reference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Frozen VLM frame features + action-name text embeddings for 50S; build s (N×T); diagnostics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raw video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s; zero-shot confusion; boundary peakedness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Plug s into DELTA's alignment (wclot cost matrix ~1 line, or atba boundary detector)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Y* quality vs ATBA / HAL / naive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Borrow from CVA: CBD boundary-contrastive loss on aligned boundaries; CTE-style encoder on VLM feats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phase 2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which CVA idea helps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Best Y* → DELTA decoder; Obs%/Pred% MoC grid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the result vs ATBA / HAL / DELTA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My workstream — HAL (H1–H7)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expected magnitude small — but it's the baseline table, and a clean negative is a real finding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731520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Gate / output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Env + Breakfast features; reproduce ATBA split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≈53.9 MoF — pipeline works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Reproduce HAL split 1 (README command)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≈56.3 MoF — HAL reproduces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Dump ATBA pseudo-labels + z1/z2; score Y* with delta.align (MoC, edit, F1@k, boundary offset)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does HAL give better pseudo-labels, or only better final MoF?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Get HAL running on 50Salads (add config, splits, transcripts; widen loader assert)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first HAL 50Salads number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Port HAL into DELTA — VAE tap + recon/kl/diff losses on --model_type atba (~70 lines)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DELTA-atba+HAL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H6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DELTA-atba vs DELTA-atba+HAL on 50S + Breakfast → Obs%/Pred% MoC; ablate the 3 terms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the result (+ or −)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H7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If diff_loss (smoothness) helps → hand it to the VLM-aligner workstream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62B"/>
                          </a:solidFill>
                          <a:latin typeface="Calibri"/>
                        </a:rPr>
                        <a:t>shared component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DELTA VLM-direct method (where both workstreams land)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frozen VLM similarity → alignment → DELTA  ·  regularised by CVA + HAL ideas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s(n,t) = sim( VLM_text(action_n), VLM_frame_t )  — frozen; no frame classifier in the alignment path.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Y* = order-preserving DP / optimal-transport alignment on s  (ASOT is already in DELTA).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+ from CVA:  a CBD-style boundary-contrastive loss on the aligned boundary frames;  a CTE-style windowed + cross-attn encoder on the VLM features.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+ from HAL:  the L_s change-rate / smoothness penalty on the soft assignment sequence  (anti over-segmentation, cheaper than HAL's VAE).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Feed Y* into DELTA's decoder + CRF + duration head (unchanged) → Obs%/Pred% MoC.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Baselines: naive 0.34 · ATBA-in-DELTA · ASOT-in-DELTA · HAL · warm-up-classifier ceiling.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Sequencing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two parallel tracks converging on the DELTA VLM-direct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566160"/>
                <a:gridCol w="3566160"/>
                <a:gridCol w="3017520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Eliz (HAL)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Co-intern (CVA)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Shared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H1–H2: reproduce ATBA + HAL on Breakfast (cluster)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read CVA code; reproduce on QVHighlights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chase raw 50S video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Wk 1–2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H3–H4: score pseudo-labels; HAL on 50Salads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isolate CBD + CTE as reusable modules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phase 0: DELTA/WLTA baselines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Wk 3–4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H5–H6: HAL in DELTA; MoC ablation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CBD/CTE on our VLM features (once video)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phase 1: VLM s for 50S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Wk 4+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H7: smoothness term → VLM aligner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CBD/CTE → VLM aligner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phases 2–4: VLM-direct alignment → DLTA MoC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Questions for you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to set the next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Can the group share raw 50Salads video? (blocks VLM features; official host is down.)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HAL workstream: is the goal to integrate it into DELTA (H5–H6), or just a standalone reproduction + comparison? Is a negative result ("doesn't transfer to anticipation") acceptable?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Primary target metric — alignment Y* quality on 50Salads, or downstream DLTA MoC?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Is establishing a 50Salads transcript-only alignment benchmark (ATBA &amp; HAL skip it) a contribution?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Frozen VLM only, or is fine-tuning the alignment cost (light adapter) in scope?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Preferred VLM backbone — VideoLLaMA3 vision tower, InternVideo2, CLIP, or something the group uses?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Do we have the DELTA supplementary material (loss weights, decoder hyperparameters)?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DD3BE"/>
                </a:solidFill>
                <a:latin typeface="Calibri"/>
              </a:rPr>
              <a:t>GITHUB.COM/EPAYASLII/DELTA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9D6E3"/>
                </a:solidFill>
                <a:latin typeface="Calibri"/>
              </a:rPr>
              <a:t>Docs: temporal-alignment.md · 50salads-notes.md · delta-code.md · baselines-hal-cva.md · hal-analysis.md · approach.md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
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Temporal Alignment for DELTA</a:t>
            </a:r>
          </a:p>
          <a:p>
            <a:r>
              <a:rPr sz="1800">
                <a:solidFill>
                  <a:srgbClr val="C9D6E3"/>
                </a:solidFill>
                <a:latin typeface="Calibri"/>
              </a:rPr>
              <a:t>Progress, findings, and directions for a VLM-based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62B"/>
                </a:solidFill>
                <a:latin typeface="Calibri"/>
              </a:rPr>
              <a:t>Eliz Payasli — research internship, IRI / UPC</a:t>
            </a:r>
          </a:p>
          <a:p>
            <a:r>
              <a:rPr sz="1500">
                <a:solidFill>
                  <a:srgbClr val="22262B"/>
                </a:solidFill>
                <a:latin typeface="Calibri"/>
              </a:rPr>
              <a:t>Base work: DELTA — Dense Long-Term Action Anticipation from Procedural Transcripts</a:t>
            </a:r>
          </a:p>
          <a:p>
            <a:r>
              <a:rPr sz="1300">
                <a:solidFill>
                  <a:srgbClr val="5B6470"/>
                </a:solidFill>
                <a:latin typeface="Calibri"/>
              </a:rPr>
              <a:t>Repository: github.com/epayaslii/DELTA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Where we are — one slide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Internship progress review  ·  pivot: HAL → MASRA (VLM required)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Goal: transcript-only Dense Long-Term Action Anticipation (DLTA); focus = the Temporal Alignment (TA) component, on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Direction confirmed (your guidance): the TA must use a VLM, NOT segmentation the way ATBA/HAL do.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Done: research repo + infrastructure, 50Salads analysis, a VLM-direct aligner prototype (21 tests); deep-read of the DELTA code (received); analysed the CVPR'25/26 VLM-alignment literature (HAL, CVA, MASRA, TAN, StepFormer, OVTAS, MLLM4WTAL).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Workstream split:  MASRA track  ·  CVA track.  Both are VLM video-text alignment.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HAL was analysed then dropped — it is ATBA + a regulariser, still segmentation-based.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Blocker: raw 50Salads video for VLM feature extraction (official host down).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Next: start building MASRA + its VLM tomorrow.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problem, briefly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DLTA · transcript-only · why TA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DLTA: from an observed video prefix, predict the future actions, their order, and durations — densely.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learns this from transcripts only (ordered action list, no timestamps, no frame labels).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Its Temporal Alignment module turns the transcript into dense pseudo-labels Y* that supervise segmentation and the anticipation decoder.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DELTA's TA follows ATBA (CVPR'24). On 50Salads DELTA trails fully-supervised methods: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avg MoC 20.9 (DELTA)  vs  ~25.9 (FUTR)  vs  ~28.4 (ActFusion).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If the pseudo-labels are poor, everything downstream is poor. So TA quality is the 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research framing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TA must use a VLM  ·  CVA + MASRA as the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ATBA / HAL — "alignment THROUGH segmentation"  (ruled out by your no-segmentation guidance):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I3D  →  trained frame classifier  →  posteriors P  →  boundary/transition scores  →  DP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the alignment can be no better than that classifier — and on 50Salads (fixed camera, near-duplicate cut_* / add_* actions) it is a near-worst case.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Our direction — "alignment THROUGH semantic matching":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frozen VLM:  s(n, t) = sim( text(action_n), video_t )  →  order-preserving alignment  →  Y*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no frame classifier; the fine-grained vocabulary is disambiguated by the noun, from step 0.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Two CVPR'25/26 papers do exactly this for video temporal grounding, and we adapt them: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CVA (CVPR'26) — the aligner: hierarchical encoder + boundary-contrastive loss.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MASRA (2026) — the language regulariser: align a text relation-matrix to the video similarity matrix; MLLM used at training only, discarded at inference.  (Eliz)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What's built — the repository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github.com/epayaslii/DELTA  ·  Python 3.11 / uv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7315200"/>
                <a:gridCol w="1828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50Salads / Breakfast conventions, transcripts, splits, dataset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delta.features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Frozen VLM feature extraction — VideoLLaMA3 / SigLIP2 / DINOv2 backbones, text encoder, extraction CLI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(untested on video)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delta.align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similarity matrix · order-preserving DP + soft alignment · segmentation/alignment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 +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delta.viz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segmentation-timeline plotting (GT vs pseudo-labels vs prediction)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docs/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TA reference · 50Salads analysis · DELTA-code deep-read (loss assembly, VLM plug-in points) · HAL &amp; CVA baselines · approach + lit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8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CPU-only unit tests — synthetic + real-transcript validation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21 passing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1 — infrastructure &amp; data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pipeline · dataset · the video blocker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Feature-extraction pipeline: pluggable frozen backbones (VL3-SigLIP = VideoLLaMA3 vision tower, SigLIP2, DINOv2), outputs (D,T) features aligned to the ground-truth frame grid — drop-in for I3D.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50Salads benchmark bundle downloaded &amp; verified (HuggingFace dinggd/50salads):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50 videos, 19 classes (17 actions + start/end), I3D 2048-d, confirmed 30 fps, ~20 segments/video.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Raw 50Salads videos: the official host (Dundee) is DOWN (NXDOMAIN everywhere); no public mirror.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Blocks VLM feature extraction. Need a copy from the lab — see questions at the end.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Environment: local Mac has no GPU/torch → model runs go to the UPC cluster.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2 — why 50Salads is hard (measured)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Stage 1 dataset analysis  ·  notebook + docs/50salads-notes.md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Implication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Naive uniform alignment (zero visual evidence)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MoC 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the floor any TA must 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I3D consecutive-frame distance at GT boundaries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vs at random frames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1.11×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class-agnostic boundary signal is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nearly absent → ATBA's candidate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step misses true transitions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Next-action entropy (transcript order)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~1.9 bits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(~3–4 successors)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order alone doesn't pin timing —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visual evidence must carry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Per-class segment-duration variation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CV 0.5–0.8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duration head has weak signal</a:t>
                      </a:r>
                    </a:p>
                    <a:p>
                      <a:r>
                        <a:rPr sz="1100">
                          <a:solidFill>
                            <a:srgbClr val="22262B"/>
                          </a:solidFill>
                          <a:latin typeface="Calibri"/>
                        </a:rPr>
                        <a:t>(paper: +0.2 MoC on 50S vs +3.3 BF)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3 — VLM-direct aligner prototype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the method, minus the VLM  ·  21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delta.align.similarity — transcript × frame cosine similarity from frozen VLM embeddings (model-agnostic; takes pre-extracted embeddings).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delta.align.ta — two solvers: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align_dp: hard order-preserving DP (monotone, every transcript action covered, transition penalty).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align_soft: entropic forward–backward → per-frame posteriors AND P(boundary_r = t) distributions (for uncertainty-aware targets later).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delta.align.evaluate — swap-in similarity providers (naive / oracle / VLM), score Y* vs held-out GT.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Validated align_dp on real 50Salads transcripts (up to 26 segments, repeated classes): near-perfect recovery from clean/noisy blocky similarity.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Missing piece: the real VLM similarity matrix → needs frame features → needs raw video.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4 — the DELTA code ("WLTA")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it is · how it runs · what it means for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Received from the group; analysed in docs/delta-code.md. WLTA = Weakly-supervised Long-Term Anticipation.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Built on the CLOT / ASOT codebase — so it already contains BOTH alignment mechanisms: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atba  → the ATBA boundary detector (src/atba_loss.py)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--model_type wclot → ASOT optimal transport (src/asot.py, gsw.py)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plus CTC, TSM smoothing, cross-modal attention, linear-chain CRF, DistilBERT, full LTA eval.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"situation": README is CLOT's; run scripts call a missing train_edit_elena9sept.py; hardcoded paths; needs Linux + CUDA + conda + wandb.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Implication: our contribution narrows cleanly — swap the frame-classifier posteriors / OT cost matrix for a frozen-VLM similarity; reuse everything downstream. And we can run the real baseline.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5 — VLM-alignment literature (analysed)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no single paper = {weak supervision} × {VLM alignment} × {long-term anticipation}  →  that is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14400"/>
                <a:gridCol w="5760720"/>
                <a:gridCol w="265176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Role for us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ATBA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classifier→DP alignment DELTA's TA follows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baseline we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HAL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= ATBA + a VAE regulariser; +2–3 MoF; segmentation-based; skips 50Salads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analysed, then DROPPED (no-segmentation)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VLM video-text alignment for grounding; hierarchical encoder + boundary-contrastive loss; SOTA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VLM aligner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MASRA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MLLM-assisted alignment: align a text relation-matrix to the video similarity matrix; MLLM train-only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Eliz — the language regulariser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TAN / StepFormer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CVPR'22/'23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genuine transcript/sequence→video aligners (weak/self-sup)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the alignment mechanism references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Progress 6 — the two VLM-alignment references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CVA = the aligner   ·   MASRA = the language regulariser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(CVPR'26) — Context-aware Video-text Alignment.  Task: video temporal grounding (query → span), CLIP+SlowFast, SOTA.  Contribution = the aligner: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CTE hierarchical encoder (windowed self-attn + learnable queries + bidirectional cross-attn)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CBD boundary-contrastive loss + QCD query-aware augmentation.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MASRA (2026) — MLLM-Assisted Semantic-Relational Consistent Alignment.  Same task, CLIP + an MLLM.  Contribution = a training-time language regulariser: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LRCA — align a text relation-matrix (from MLLM captions) with the video's similarity matrix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ESTA — align pooled temporal context with action/event semantics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MLLM used ONLY at training, discarded at inference  (= DELTA's philosophy).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Both: grounding, supervised, not procedural — we adapt them to transcript-supervised 50Salads.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Scoping — the workstream split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MASRA track   ·   CVA track   ·   both VLM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Supervisor's direction: the TA must use a VLM; no segmentation-based approach.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track:  build the VLM aligner — CTE encoder + CBD boundary-contrastive loss.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Eliz → MASRA:  the training-time language regulariser — LRCA / ESTA — that shapes the video↔transcript similarity, then an order-preserving alignment reads Y* off it.</a:t>
            </a:r>
          </a:p>
          <a:p>
            <a:pPr>
              <a:spcAft>
                <a:spcPts val="400"/>
              </a:spcAft>
            </a:pPr>
            <a:r>
              <a:t> 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Structurally: CVA produces the alignment; MASRA (like HAL did on the segmentation side) is an auxiliary training signal that improves it — measured on TA metrics, then downstream MoC.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VLM for both: InternVideo2 (video-native) instead of CVA/MASRA's SlowFast + frame-CLIP.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Key takeaways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what the analysis established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"Alignment through segmentation" (ATBA / HAL) is a trained classifier that 50Salads breaks — and the supervisor has ruled it out.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The move: replace the classifier posteriors with a frozen-VLM transcript×frame similarity, then an order-preserving alignment.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DELTA already has optimal-transport alignment (ASOT, --model_type wclot) — the VLM swap is ≈ one line in the cost matrix; CTC / CRF / LTA decoder / eval are all reused.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CVA + MASRA (CVPR'26 / 2026) do VLM video-text alignment for grounding; we adapt them to transcript-supervised dense anticipation — which nobody has done.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HAL analysed and dropped; kept only as a baseline number.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Blockers &amp; risks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known before we commit compute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31920"/>
                <a:gridCol w="4389120"/>
              </a:tblGrid>
              <a:tr h="3657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Raw 50Salads video unavailable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blocks VLM feature extraction (the core of both tracks)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chase a lab copy; meanwhile reproduce MASRA/CVA on TACoS (cooking VTG benchmark)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 local GPU / torch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 model runs on the Mac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UPC cluster; one conda env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MoF ≠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 method can win on segmentation MoF and not help DELTA's anticipation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always measure pseudo-label MoC + boundary offset, then downstream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DELTA code is research-grade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reproduction friction (missing script, paths, wandb)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documented in docs/delta-code.md; map run scripts onto train.py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MASRA/CVA are grounding + 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not a drop-in — architecture + losses must be adapted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62B"/>
                          </a:solidFill>
                          <a:latin typeface="Calibri"/>
                        </a:rPr>
                        <a:t>keep only the transferable pieces (LRCA/ESTA; CTE/CBD); wire into DELTA's ASOT + decoder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FOR DISCUSSION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How we proceed with the 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Scope — 50Salads only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VLM-only · TA metrics → DLTA metrics · one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No Breakfast, no segmentation-based approach, no HAL workstream (kept as a baseline number).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One dataset, evaluated two ways — TA metrics gate the DLTA metrics: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TA metrics:  MoF / MoC / Edit / F1@{10,25,50} / median per-transition boundary offset — on Y* vs held-out GT.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B6470"/>
                </a:solidFill>
                <a:latin typeface="Calibri"/>
              </a:rPr>
              <a:t>– DLTA metrics:  Obs{20,30}% × Pred{10,20,30,50}% MoC — the DELTA anticipation grid.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Method = frozen VLM (InternVideo2) transcript×frame similarity  →  MASRA-style regularisation (LRCA/ESTA)  →  order-preserving alignment (ASOT, already in DELTA)  →  Y*  →  DELTA decoder.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Baselines:  naive-uniform 0.34 MoC  ·  ATBA-in-DELTA (--model_type atba)  ·  ASOT-in-DELTA (--model_type wclot)  ·  HAL number (from its paper).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My workstream — MASRA (M1–M7)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frozen VLM similarity + MASRA-style language regularisation → alignment → DELTA.  M1 starts tomorrow.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86384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Get the MASRA code + a VTG base model; reproduce on TACoS (cooking benchmark — no 50S video needed yet)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understand LRCA / ESTA / DAI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Add an internvideo2 backbone to delta.features.backbones; build s(transcript × frame) for 50S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s (N×T)   [needs raw video]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Adapt LRCA — align a transcript relation-matrix (order structure) with the video similarity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language regulariser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Adapt ESTA — align pooled temporal context with the 17 action-name semantics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semantic alignment loss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Order-preserving alignment (ASOT / delta.align.ta) reads Y* off the regularised 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Y*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Score Y* vs ATBA-in-DELTA / ASOT-in-DELTA / naive floor — TA metrics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does VLM+MASRA beat the baselines?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Feed best Y* into DELTA's decoder (CTC/CRF/duration unchanged) → Obs%/Pred%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62B"/>
                          </a:solidFill>
                          <a:latin typeface="Calibri"/>
                        </a:rPr>
                        <a:t>the downstream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The full method — where CVA + MASRA land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InternVideo2 similarity  +  MASRA regulariser  +  CVA aligner  →  DELTA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s(n,t) = cos( InternVideo2_text(action_n), InternVideo2_video(clip_t) )  — frozen, video-native, no classifier.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+ MASRA (Eliz):  LRCA / ESTA training-time losses that shape s toward the transcript's semantic-relational structure; MLLM at train only.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+ CVA:  CTE-style encoder on the VLM features; CBD boundary-contrastive loss on the aligned boundary frames.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Order-preserving alignment on s (ASOT — already in DELTA as --model_type wclot, ~1 line to swap the cost matrix)  →  Y*.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Y*  →  DELTA decoder + CRF + duration head (unchanged)  →  Obs%/Pred% MoC on 50Salads.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Contribution: VLM-direct transcript→frame alignment for weakly-supervised dense anticipation — unaddressed.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Sequencing — two VLM tracks, 50Salads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both blocked on raw 50Salads video for the 50S runs; TACoS reproduction can start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521208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MASRA track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CVA track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Tomorrow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M1: get MASRA code; reproduce on TACoS; read LRCA / ESTA / DAI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get CVA code; reproduce on QVHighlights / TACoS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+1–2 wk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M2: internvideo2 backbone; chase raw 50S video; build s once available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isolate CTE + CBD as reusable modules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+2–3 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M3–M4: adapt LRCA / ESTA to the transcript setting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CTE / CBD on our VLM features (once s exists)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+3–4 wk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M5–M6: order-preserving alignment; score Y* (TA metrics) vs baselines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join: CBD on the aligned boundaries</a:t>
                      </a:r>
                    </a:p>
                  </a:txBody>
                  <a:tcPr>
                    <a:solidFill>
                      <a:srgbClr val="ECEE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later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M7: Y* → DELTA decoder → Obs%/Pred% MoC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62B"/>
                          </a:solidFill>
                          <a:latin typeface="Calibri"/>
                        </a:rPr>
                        <a:t>ablations; write-up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Calibri"/>
              </a:rPr>
              <a:t>Questions for you</a:t>
            </a:r>
          </a:p>
          <a:p>
            <a:r>
              <a:rPr sz="1400">
                <a:solidFill>
                  <a:srgbClr val="5B6470"/>
                </a:solidFill>
                <a:latin typeface="Calibri"/>
              </a:rPr>
              <a:t>to set the next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25880"/>
            <a:ext cx="11155680" cy="25400"/>
          </a:xfrm>
          <a:prstGeom prst="rect">
            <a:avLst/>
          </a:prstGeom>
          <a:solidFill>
            <a:srgbClr val="1F6F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Can the group share raw 50Salads video?  (blocks the VLM feature extraction for both of us.)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MASRA uses an MLLM at training to generate captions — for us the transcript is already given. Keep the MLLM (to expand labels into descriptions), or drop it and use LRCA/ESTA with the plain labels?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Primary target metric — alignment Y* quality on 50Salads, or downstream DLTA MoC?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Is establishing a 50Salads transcript-only alignment benchmark a contribution?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Frozen VLM only, or is fine-tuning the alignment cost (light adapter) in scope?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VLM backbone — InternVideo2, or something the group already uses?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62B"/>
                </a:solidFill>
                <a:latin typeface="Calibri"/>
              </a:rPr>
              <a:t>▸ Do we have the DELTA supplementary material (loss weights, decoder hyperparameters)?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DD3BE"/>
                </a:solidFill>
                <a:latin typeface="Calibri"/>
              </a:rPr>
              <a:t>GITHUB.COM/EPAYASLII/DELTA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C9D6E3"/>
                </a:solidFill>
                <a:latin typeface="Calibri"/>
              </a:rPr>
              <a:t>Docs: temporal-alignment.md · 50salads-notes.md · delta-code.md · baselines-hal-cva.md · approach.md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
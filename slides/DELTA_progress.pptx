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Temporal Alignment for DELTA</a:t>
            </a:r>
          </a:p>
          <a:p>
            <a:r>
              <a:rPr sz="1800">
                <a:solidFill>
                  <a:srgbClr val="C9D6E3"/>
                </a:solidFill>
                <a:latin typeface="Calibri"/>
              </a:rPr>
              <a:t>Progress, findings, and directions for a VLM-based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62B"/>
                </a:solidFill>
                <a:latin typeface="Calibri"/>
              </a:rPr>
              <a:t>Eliz Payasli — research internship, IRI / UPC</a:t>
            </a:r>
          </a:p>
          <a:p>
            <a:r>
              <a:rPr sz="1500">
                <a:solidFill>
                  <a:srgbClr val="22262B"/>
                </a:solidFill>
                <a:latin typeface="Calibri"/>
              </a:rPr>
              <a:t>Base work: DELTA — Dense Long-Term Action Anticipation from Procedural Transcripts</a:t>
            </a:r>
          </a:p>
          <a:p>
            <a:r>
              <a:rPr sz="1300">
                <a:solidFill>
                  <a:srgbClr val="5B6470"/>
                </a:solidFill>
                <a:latin typeface="Calibri"/>
              </a:rPr>
              <a:t>Repository: github.com/epayaslii/DELTA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Where we are — one slide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Internship progress review  ·  results + what I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Goal: transcript-only Dense Long-Term Action Anticipation; focus = the Temporal Alignment (TA) component, on 50Salads.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Direction (your guidance): the TA must use a VLM, and weak alignment → refine, not segmentation.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Built and tested: the full two-stage pipeline — semantic similarity → ordered coarse alignment → local boundary search → contrastive refinement.  67 unit tests.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Measured: every configuration so far lands BELOW a baseline that ignores the video entirely (naive-uniform, MoC 0.366).  Best is 0.352.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That holds for the VLM path AND for a segmentation (ATBA/HAL-style) probe — so it is not a method-choice problem.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Diagnosis: single-FRAME evidence is too weak on a fixed overhead camera. The VLM direction has not yet been fairly tested — VideoLLaMA3 encodes video, SigLIP2 does not.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Blocker: GPU / cluster access.  Raw 50Salads video is now in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problem, briefly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DLTA · transcript-only · why TA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DLTA: from an observed video prefix, predict the future actions, their order, and durations — densely.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 learns this from transcripts only (ordered action list, no timestamps, no frame labels).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Its Temporal Alignment module turns the transcript into dense pseudo-labels Y* that supervise segmentation and the anticipation decoder.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DELTA's TA follows ATBA (CVPR'24). On 50Salads DELTA trails fully-supervised methods: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avg MoC 20.9 (DELTA)  vs  ~25.9 (FUTR)  vs  ~28.4 (ActFusion).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If the pseudo-labels are poor, everything downstream is poor. So TA quality is the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research framing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weak alignment → refine  ·  a hybrid, stage by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ATBA / HAL — "alignment THROUGH segmentation"  (ruled out by your no-segmentation guidance):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frozen I3D  →  trained frame classifier  →  posteriors  →  boundary scores  →  DP  →  Y*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the alignment can be no better than that classifier — and on 50Salads (fixed camera, near-duplicate cut_* / add_* actions) that is close to a worst case.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Our direction — "weak alignment, then refine", built as a HYBRID rather than one paper: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semantic front-end (OVTAS idea)  →  coarse ordered alignment (monotonic DP + HiERO-StepG)  →  local boundary search (ours)  →  contrastive refinement (CVA principle + MASRA LRCA)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optional fallbacks: CLOT / D-CLOT for noisy boundaries, TOGA / VideoLLaMA3 reasoning for hard ones.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No single paper covers {weak supervision} × {VLM} × {ordered transcript alignment} — each stage borrows the piece that fits, and the boundary search is our 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Architecture — the hybrid pipeline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each stage's paper source is named underneath it; dashed = optional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989320" cy="585216"/>
          </a:xfrm>
          <a:prstGeom prst="roundRect">
            <a:avLst/>
          </a:prstGeom>
          <a:solidFill>
            <a:srgbClr val="1F6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Input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raw video + ordered transcript, no timestamps  ·  DELTA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35708"/>
            <a:ext cx="5989320" cy="585216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0 — semantic-guided sampling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spend VLM compute near likely transitions  ·  LGTTP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62656"/>
            <a:ext cx="5989320" cy="585216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Semantic front-end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clip ↔ action cosine similarity  ·  OVTAS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89604"/>
            <a:ext cx="5989320" cy="585216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A — coarse ordered alignment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fused-GW OT + monotonic decode  ·  ASOT / CLOT + HiERO-StepG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16552"/>
            <a:ext cx="5989320" cy="585216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B1 — local boundary search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±window crossover search + confidence  ·  our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43500"/>
            <a:ext cx="5989320" cy="585216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Stage B2 — contrastive + relational refinement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confidence-gated  ·  CVA principle → PBCR + MASRA LRCA/ESTA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70448"/>
            <a:ext cx="5989320" cy="585216"/>
          </a:xfrm>
          <a:prstGeom prst="roundRect">
            <a:avLst/>
          </a:prstGeom>
          <a:solidFill>
            <a:srgbClr val="1F6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dense Y*  →  unchanged DELTA decoder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97580" y="2093976"/>
            <a:ext cx="0" cy="141732"/>
          </a:xfrm>
          <a:prstGeom prst="line">
            <a:avLst/>
          </a:prstGeom>
          <a:ln w="1905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97580" y="2820923"/>
            <a:ext cx="0" cy="141733"/>
          </a:xfrm>
          <a:prstGeom prst="line">
            <a:avLst/>
          </a:prstGeom>
          <a:ln w="1905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97580" y="3547871"/>
            <a:ext cx="0" cy="141733"/>
          </a:xfrm>
          <a:prstGeom prst="line">
            <a:avLst/>
          </a:prstGeom>
          <a:ln w="1905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97580" y="4274820"/>
            <a:ext cx="0" cy="141732"/>
          </a:xfrm>
          <a:prstGeom prst="line">
            <a:avLst/>
          </a:prstGeom>
          <a:ln w="1905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97580" y="5001768"/>
            <a:ext cx="0" cy="141732"/>
          </a:xfrm>
          <a:prstGeom prst="line">
            <a:avLst/>
          </a:prstGeom>
          <a:ln w="1905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7580" y="5728716"/>
            <a:ext cx="0" cy="141732"/>
          </a:xfrm>
          <a:prstGeom prst="line">
            <a:avLst/>
          </a:prstGeom>
          <a:ln w="1905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18120" y="3063240"/>
            <a:ext cx="2331720" cy="1234440"/>
          </a:xfrm>
          <a:prstGeom prst="roundRect">
            <a:avLst/>
          </a:prstGeom>
          <a:solidFill>
            <a:srgbClr val="1F6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VideoLLaMA3</a:t>
            </a:r>
          </a:p>
          <a:p>
            <a:pPr algn="ctr"/>
            <a:r>
              <a:rPr sz="950" i="1">
                <a:solidFill>
                  <a:srgbClr val="FFFFFF"/>
                </a:solidFill>
                <a:latin typeface="Calibri"/>
              </a:rPr>
              <a:t>vision tower (similarity) + chat model
(captions, hard-case reasoning)
backbone for every stage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492240" y="2528315"/>
            <a:ext cx="1325880" cy="1152145"/>
          </a:xfrm>
          <a:prstGeom prst="line">
            <a:avLst/>
          </a:prstGeom>
          <a:ln w="15875">
            <a:solidFill>
              <a:srgbClr val="1F6F4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492240" y="3255263"/>
            <a:ext cx="1325880" cy="425197"/>
          </a:xfrm>
          <a:prstGeom prst="line">
            <a:avLst/>
          </a:prstGeom>
          <a:ln w="15875">
            <a:solidFill>
              <a:srgbClr val="1F6F4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92240" y="3680460"/>
            <a:ext cx="1325880" cy="1755648"/>
          </a:xfrm>
          <a:prstGeom prst="line">
            <a:avLst/>
          </a:prstGeom>
          <a:ln w="15875">
            <a:solidFill>
              <a:srgbClr val="1F6F4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18120" y="4892040"/>
            <a:ext cx="3429000" cy="566928"/>
          </a:xfrm>
          <a:prstGeom prst="roundRect">
            <a:avLst/>
          </a:prstGeom>
          <a:solidFill>
            <a:srgbClr val="ECEEF1"/>
          </a:solidFill>
          <a:ln w="15875">
            <a:solidFill>
              <a:srgbClr val="ECEEF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22262B"/>
                </a:solidFill>
                <a:latin typeface="Calibri"/>
              </a:rPr>
              <a:t>Optional Stage C</a:t>
            </a:r>
          </a:p>
          <a:p>
            <a:pPr algn="ctr"/>
            <a:r>
              <a:rPr sz="950" i="1">
                <a:solidFill>
                  <a:srgbClr val="22262B"/>
                </a:solidFill>
                <a:latin typeface="Calibri"/>
              </a:rPr>
              <a:t>iterative refinement if boundaries stay noisy  ·  CLOT / D-CLOT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492240" y="5175503"/>
            <a:ext cx="1325880" cy="260605"/>
          </a:xfrm>
          <a:prstGeom prst="line">
            <a:avLst/>
          </a:prstGeom>
          <a:ln w="13970">
            <a:solidFill>
              <a:srgbClr val="5B647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18120" y="5623560"/>
            <a:ext cx="3429000" cy="566928"/>
          </a:xfrm>
          <a:prstGeom prst="roundRect">
            <a:avLst/>
          </a:prstGeom>
          <a:solidFill>
            <a:srgbClr val="ECEEF1"/>
          </a:solidFill>
          <a:ln w="15875">
            <a:solidFill>
              <a:srgbClr val="ECEEF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22262B"/>
                </a:solidFill>
                <a:latin typeface="Calibri"/>
              </a:rPr>
              <a:t>Optional Stage D</a:t>
            </a:r>
          </a:p>
          <a:p>
            <a:pPr algn="ctr"/>
            <a:r>
              <a:rPr sz="950" i="1">
                <a:solidFill>
                  <a:srgbClr val="22262B"/>
                </a:solidFill>
                <a:latin typeface="Calibri"/>
              </a:rPr>
              <a:t>expensive VLM reasoning, hardest boundaries only  ·  TOGA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92240" y="5436108"/>
            <a:ext cx="1325880" cy="470916"/>
          </a:xfrm>
          <a:prstGeom prst="line">
            <a:avLst/>
          </a:prstGeom>
          <a:ln w="13970">
            <a:solidFill>
              <a:srgbClr val="5B647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What's built — the repository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github.com/epayaslii/DELTA  ·  Python 3.11 / uv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3152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50Salads / Breakfast conventions, transcripts, splits, dataset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 +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delta.features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Frozen VLM feature extraction — VideoLLaMA3 / SigLIP2 / DINOv2 backbones, text encoder, extraction CLI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 (untested on video)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delta.align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similarity matrix · order-preserving DP + soft alignment · segmentation/alignment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 +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delta.viz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segmentation-timeline plotting (GT vs pseudo-labels vs prediction)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docs/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TA reference · 50Salads analysis · DELTA-code deep-read (loss assembly, VLM plug-in points) · HAL &amp; CVA baselines · approach + lit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8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tests/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CPU-only unit tests — synthetic + real-transcript validation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21 passing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1 — infrastructure &amp; data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pipeline · dataset · the video blocker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Feature-extraction pipeline: pluggable frozen backbones (VL3-SigLIP = VideoLLaMA3 vision tower, SigLIP2, DINOv2), outputs (D,T) features aligned to the ground-truth frame grid — drop-in for I3D.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50Salads benchmark bundle downloaded &amp; verified (HuggingFace dinggd/50salads):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50 videos, 19 classes (17 actions + start/end), I3D 2048-d, confirmed 30 fps, ~20 segments/video.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Raw 50Salads videos: the official host (Dundee) is DOWN (NXDOMAIN everywhere); no public mirror.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Blocks VLM feature extraction. Need a copy from the lab — see questions at the end.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Environment: local Mac has no GPU/torch → model runs go to the UPC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2 — why 50Salads is hard (measured)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Stage 1 dataset analysis  ·  notebook + docs/50salads-notes.md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47548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Naive uniform alignment (zero visual evidence)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MoC 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the floor any TA must beat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I3D consecutive-frame distance at GT boundaries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vs at random frames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1.11×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class-agnostic boundary signal is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nearly absent → ATBA's candidate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step misses true transitions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Next-action entropy (transcript 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~1.9 bits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(~3–4 successors)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order alone doesn't pin timing —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visual evidence must carry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Per-class segment-duration variation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CV 0.5–0.8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duration head has weak signal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(paper: +0.2 MoC on 50S vs +3.3 BF)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3 — VLM-direct aligner prototype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the method, minus the VLM  ·  21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delta.align.similarity — transcript × frame cosine similarity from frozen VLM embeddings (model-agnostic; takes pre-extracted embeddings).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delta.align.ta — two solvers: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align_dp: hard order-preserving DP (monotone, every transcript action covered, transition penalty).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align_soft: entropic forward–backward → per-frame posteriors AND P(boundary_r = t) distributions (for uncertainty-aware targets later).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delta.align.evaluate — swap-in similarity providers (naive / oracle / VLM), score Y* vs held-out GT.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Validated align_dp on real 50Salads transcripts (up to 26 segments, repeated classes): near-perfect recovery from clean/noisy blocky similarity.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Missing piece: the real VLM similarity matrix → needs frame features → needs raw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4 — the DELTA code ("WLTA")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what it is · how it runs · what it means for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Received from the group; analysed in docs/delta-code.md. WLTA = Weakly-supervised Long-Term Anticipation.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Built on the CLOT / ASOT codebase — so it already contains BOTH alignment mechanisms: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--model_type atba  → the ATBA boundary detector (src/atba_loss.py)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--model_type wclot → ASOT optimal transport (src/asot.py, gsw.py)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plus CTC, TSM smoothing, cross-modal attention, linear-chain CRF, DistilBERT, full LTA eval.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"situation": README is CLOT's; run scripts call a missing train_edit_elena9sept.py; hardcoded paths; needs Linux + CUDA + conda + wandb.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Implication: our contribution narrows cleanly — swap the frame-classifier posteriors / OT cost matrix for a frozen-VLM similarity; reuse everything downstream. And we can run the real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5 — VLM-alignment literature (analysed)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no single paper = {weak supervision} × {VLM alignment} × {long-term anticipation}  →  that is the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576072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 for 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ATBA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CVPR'24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the classifier→DP alignment DELTA's TA follows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the baseline we replace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HAL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CVPR'26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= ATBA + a VAE regulariser; +2–3 MoF; segmentation-based; skips 50Salads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analysed, then DROPPED (no-segmentation)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CVA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CVPR'26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VLM video-text alignment for grounding; hierarchical encoder + boundary-contrastive loss; 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the VLM aligner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MASRA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MLLM-assisted alignment: align a text relation-matrix to the video similarity matrix; MLLM train-only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Stage B2 — relational training signal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TAN / StepFormer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CVPR'22/'23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the genuine transcript/sequence→video aligners (weak/self-sup)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the alignment mechanism 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6 — two papers we borrow components from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we take principles and rebuild them for the weak setting — the adaptation is 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CVA (CVPR'26) — Context-aware Video-text Alignment.  Task: video temporal grounding (query → span), CLIP + SlowFast, SOTA, FULLY SUPERVISED: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CTE hierarchical encoder;  CBD boundary-contrastive loss;  QCD query-aware augmentation.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Important: published CBD anchors on GROUND-TRUTH span boundaries and defines its negatives relative to that span.  We cannot use it as-is.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→ we keep only the principle — a boundary deserves its own contrastive representation — and rebuild it on our own CONFIDENT pseudo-boundaries.  That is our objective (PBCR), not CVA's.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MASRA (2026) — MLLM-Assisted Semantic-Relational Consistent Alignment.  Same task, also fully supervised.  We take the training-time regularisers: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LRCA — align a text relation-matrix with the video's similarity matrix;  ESTA — align pooled temporal context with action semantics.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MLLM used ONLY at training, discarded at inference  (= DELTA's philosophy).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Both are grounding tasks and supervised — components, not drop-in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hybrid — which paper feeds which stage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VideoLLaMA3 as the encoder throughout  ·  full table in articles-by-pipeline-part.xlsx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Input:  raw video + ordered transcript, no timestamps  —  DELTA's weak-supervision setup.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Semantic front-end:  frozen VLM clip↔action similarity  —  OVTAS.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Stage A, coarse alignment:  force actions into transcript order  —  monotonic DP + HiERO-StepG's strict monotonicity; solved with ASOT / CLOT optimal transport.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Stage B1, segment extent:  confident temporal extent around each coarse location  —  HiERO-StepG.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Stage B2, exact transition:  search for the best crossover point  —  OURS, with CVA's boundary-contrastive principle and MASRA's LRCA as the training signal.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Optional C:  frame/segment consistency if boundaries stay noisy  —  CLOT / D-CLOT.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Optional D:  reason only about difficult boundaries  —  TOGA / VideoLLaMA3.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Output:  dense Y* into the unchanged DELTA decoder.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Key takeaways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what the work so far establishes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pipeline is implemented end to end and unit-tested; the approach is unproven.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Both paradigms lose to the no-evidence floor on 50Salads — VLM-direct AND classifier-based. The bottleneck is the evidence, not the algorithm.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 already has optimal-transport alignment (ASOT, --model_type wclot), so our Y* drops into the existing decoder unchanged — CTC / CRF / duration head / eval all reused.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Ideas are drawn from OVTAS (similarity), HiERO-StepG (monotonic decode), CVA (boundary contrastive), MASRA (relational losses); the local boundary search is ours.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Next real test: video-level features (VideoLLaMA3) rather than frame-level — the one thing that directly addresses the measured failure.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Blockers &amp; risks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known before we commit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GPU / cluster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blocks VideoLLaMA3 extraction and the real ATBA / wclot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account + remote access confirmed before the on-site weeks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No local GPU / torch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no model runs on the Mac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UPC cluster; one conda env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MoF ≠ 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a method can win on segmentation MoF and not help DELTA's anticipation 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always measure pseudo-label MoC + boundary offset, then downstream 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DELTA code is research-grade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reproduction friction (missing script, paths, wandb)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documented in docs/delta-code.md; map run scripts onto train.py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MASRA/CVA are grounding + 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not a drop-in — architecture + losses must be adapted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keep only the transferable pieces (LRCA/ESTA; CTE/CBD); wire into DELTA's ASOT + decoder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DD3BE"/>
                </a:solidFill>
                <a:latin typeface="Calibri"/>
              </a:rPr>
              <a:t>EVERYTHING MEASURED SO FAR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headline — nothing beats a baseline that ignores the video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50Salads split-1 test.  The floor uses NO visual information at all — anything below it means the visual evidence is hurting, not helping.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Uses video?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F1@50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naive-uniform  (split into N equal blocks, transcript 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26.2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VLM: ASOT + local boundary refinement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0.352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23.4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VLM: ASOT (OT + temporal prior)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0.342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Segmentation: ATBA-style classifier + DP loop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VLM: hard DP on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Segmentation: HAL-style (+ recon regulariser)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0.149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62B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Why — the diagnostic evidence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the difficulty is the evidence available, not the choice of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Fixed overhead camera:  consecutive frames are 0.94 cosine-similar.  Almost nothing changes visually.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Single-frame semantics are weak:  with the correct action vs the OTHER actions in the same transcript, SigLIP2 picks the right one only 27% of the time.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Beating a *random* action is easy (cut_tomato vs add_dressing → 73%). The hard part is cut_tomato vs cut_cucumber vs cut_cheese — which is exactly what the aligner must do.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Boundary signal is near chance:  frame-similarity at true boundaries scores 0.52 (0.50 = chance); I3D managed 0.67.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segmentation loop self-confirms:  loss 2.47 → 0.45 while relabelling falls 73% → 8% — the classifier confidently fits its own initial mistakes.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Adaptive sampling skips 85% of frames, but only 32% of true boundaries fall inside a refined zone — driven by the same weak similarity.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What I take from this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the case for continuing, with clear eyes about the difficulty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question is not "segmentation vs VLM" — both lose to a baseline that never looks at the video.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real question:  what evidence could localise a boundary on this dataset at all?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Argument for temporal context:  every result so far uses FRAME-level evidence. A fixed camera is precisely the case where single frames should fail and video should help.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→ We have not yet fairly tested the VLM direction.  SigLIP2 encodes single frames; VideoLLaMA3 encodes video.  That test has not been run.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Caveat, stated plainly:  the segmentation probe is a compact reimplementation (no boundary detector, minutes of training).  It is evidence about the paradigm, NOT a reproduction of HAL — which never ran 50Salads.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What is built and tested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67 unit tests pass.  These verify the code is correct on synthetic data — they do NOT show the method works.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12064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0  semantic-guided 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delta.features.sampling  (+ extract --adaptive)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built · 7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1  clip ↔ action similarity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delta.align.similarity / cost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built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2  coarse ordered decode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delta.align.asot  (OT + transcript-order prior)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built · 8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3  local boundary search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delta.align.refine  — the novel piece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built · 6 tests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4  contrastive 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delta.align.cbd (PBCR) + masra_torch (LRCA/ESTA)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built · 15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—  backbone gate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scripts/verify_backbone_alignment.py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built · catches a weak backbone before GPU spend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—  cluster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slurm_extract_videollama3.sh · slurm_delta_baselines.sh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ready to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What I need from you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access first, then the direction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1.  GPU / cluster account.  Everything below is blocked on it.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VideoLLaMA3 feature extraction · VideoLLaMA3 captions · the real ATBA / wclot baselines.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Remote access (VPN/SSH) confirmed WHILE I am still on-site — otherwise the four remote weeks are lost.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2.  A decision:  run VideoLLaMA3 as the fair test of the VLM direction, with real ATBA/HAL in parallel as the baseline row we need anyway — rather than pivoting on the evidence above?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3.  Segments into the VLM — a visual marker on the frames, or a text prompt with the candidate timestamps and the two action names?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4.  Boundary stage — VideoLLaMA3 embeddings + a contrastive objective, or VideoLLaMA3-Chat judging the transition directly?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5.  Which recent paper did you mean by "passes things to a VLM and reasons in real time"? (TOGA fits — weakly-supervised grounding, no timestamps.)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DD3BE"/>
                </a:solidFill>
                <a:latin typeface="Calibri"/>
              </a:rPr>
              <a:t>GITHUB.COM/EPAYASLII/DELTA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9D6E3"/>
                </a:solidFill>
                <a:latin typeface="Calibri"/>
              </a:rPr>
              <a:t>Docs: temporal-alignment.md · 50salads-notes.md · delta-code.md · baselines-hal-cva.md · approach.md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